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2" r:id="rId7"/>
    <p:sldId id="261" r:id="rId8"/>
    <p:sldId id="263" r:id="rId9"/>
    <p:sldId id="264" r:id="rId10"/>
    <p:sldId id="268" r:id="rId11"/>
    <p:sldId id="269" r:id="rId12"/>
    <p:sldId id="265"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0FF016-E36E-447C-8ACE-E66E02E40D58}" type="datetimeFigureOut">
              <a:rPr lang="en-IN" smtClean="0"/>
              <a:t>11-07-2026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232B8C-ACD6-4FF5-88D5-DC6379CD904A}" type="slidenum">
              <a:rPr lang="en-IN" smtClean="0"/>
              <a:t>‹#›</a:t>
            </a:fld>
            <a:endParaRPr lang="en-IN"/>
          </a:p>
        </p:txBody>
      </p:sp>
    </p:spTree>
    <p:extLst>
      <p:ext uri="{BB962C8B-B14F-4D97-AF65-F5344CB8AC3E}">
        <p14:creationId xmlns:p14="http://schemas.microsoft.com/office/powerpoint/2010/main" val="3377487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232B8C-ACD6-4FF5-88D5-DC6379CD904A}" type="slidenum">
              <a:rPr lang="en-IN" smtClean="0"/>
              <a:t>3</a:t>
            </a:fld>
            <a:endParaRPr lang="en-IN"/>
          </a:p>
        </p:txBody>
      </p:sp>
    </p:spTree>
    <p:extLst>
      <p:ext uri="{BB962C8B-B14F-4D97-AF65-F5344CB8AC3E}">
        <p14:creationId xmlns:p14="http://schemas.microsoft.com/office/powerpoint/2010/main" val="3009926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232B8C-ACD6-4FF5-88D5-DC6379CD904A}" type="slidenum">
              <a:rPr lang="en-IN" smtClean="0"/>
              <a:t>10</a:t>
            </a:fld>
            <a:endParaRPr lang="en-IN"/>
          </a:p>
        </p:txBody>
      </p:sp>
    </p:spTree>
    <p:extLst>
      <p:ext uri="{BB962C8B-B14F-4D97-AF65-F5344CB8AC3E}">
        <p14:creationId xmlns:p14="http://schemas.microsoft.com/office/powerpoint/2010/main" val="1070557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232B8C-ACD6-4FF5-88D5-DC6379CD904A}" type="slidenum">
              <a:rPr lang="en-IN" smtClean="0"/>
              <a:t>11</a:t>
            </a:fld>
            <a:endParaRPr lang="en-IN"/>
          </a:p>
        </p:txBody>
      </p:sp>
    </p:spTree>
    <p:extLst>
      <p:ext uri="{BB962C8B-B14F-4D97-AF65-F5344CB8AC3E}">
        <p14:creationId xmlns:p14="http://schemas.microsoft.com/office/powerpoint/2010/main" val="4086515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8287-9F55-D41C-620F-F5483374E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16E286-499D-F72A-045A-E85741D2C8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095E5C1-44CC-E017-2F3B-B8047C557DCE}"/>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5" name="Footer Placeholder 4">
            <a:extLst>
              <a:ext uri="{FF2B5EF4-FFF2-40B4-BE49-F238E27FC236}">
                <a16:creationId xmlns:a16="http://schemas.microsoft.com/office/drawing/2014/main" id="{15467EE4-D1FF-F8E0-25B8-EFB3E732F8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2070B5-D686-7B21-32FA-D9462D0927E7}"/>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3480841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E4F6D-E082-F35E-9951-778656385F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9A6595-0902-2233-9AAA-3C2F1F3C08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660BBA-267F-FBA6-4B68-00EB6254D4EC}"/>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5" name="Footer Placeholder 4">
            <a:extLst>
              <a:ext uri="{FF2B5EF4-FFF2-40B4-BE49-F238E27FC236}">
                <a16:creationId xmlns:a16="http://schemas.microsoft.com/office/drawing/2014/main" id="{A2C66AC6-1D21-C8B1-8601-3FE000D6F3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B303B9-91D8-61A6-EBB8-06C751BD06A7}"/>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2817379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AE37C-372C-DF62-AA93-1B7894A8EB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8EF73F0-C550-5E1B-65BF-F9C92A30BA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CB3BBB-C7D3-C3D7-D543-8705FCA87BB2}"/>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5" name="Footer Placeholder 4">
            <a:extLst>
              <a:ext uri="{FF2B5EF4-FFF2-40B4-BE49-F238E27FC236}">
                <a16:creationId xmlns:a16="http://schemas.microsoft.com/office/drawing/2014/main" id="{02548B98-9B12-9DD0-E34F-128DA09E4E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965EC9-04B1-5CC6-6306-6C23C4806740}"/>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1303570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4827A-B890-E938-A318-E40A0916D6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9DFB82-3E52-7560-0EDF-8FF4E888FD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6A400F-1FF1-AA7A-ADFB-319D590AC0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5EEEAE-EB67-E3C9-FE13-0F05C7551183}"/>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6" name="Footer Placeholder 5">
            <a:extLst>
              <a:ext uri="{FF2B5EF4-FFF2-40B4-BE49-F238E27FC236}">
                <a16:creationId xmlns:a16="http://schemas.microsoft.com/office/drawing/2014/main" id="{910921B4-8979-2F1D-8344-BB3F64E8FF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7C80D7-1C87-5D5A-C584-E5B58ABA9B30}"/>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1211333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752D-08D6-CCF9-96B7-165AB852555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7F3810-F1FC-2382-EF46-8B149AD004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FC40B6-17AE-7878-A99A-51309FDD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AF4A07-2AC6-0FD3-B7E2-31E5B92A58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825832-59C5-2DD4-297E-412724724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18306A-21A2-2A68-4E18-9339E293AD6E}"/>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8" name="Footer Placeholder 7">
            <a:extLst>
              <a:ext uri="{FF2B5EF4-FFF2-40B4-BE49-F238E27FC236}">
                <a16:creationId xmlns:a16="http://schemas.microsoft.com/office/drawing/2014/main" id="{07859D10-8AB6-E51F-699D-D624A3FFF7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05E456-ECC1-A6BB-0093-A679A6BFDE0D}"/>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1755574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D9275-8455-4C0A-FD8A-A5769A50FC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1AE45A-F34E-0EA5-22AA-A2164BBECA31}"/>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4" name="Footer Placeholder 3">
            <a:extLst>
              <a:ext uri="{FF2B5EF4-FFF2-40B4-BE49-F238E27FC236}">
                <a16:creationId xmlns:a16="http://schemas.microsoft.com/office/drawing/2014/main" id="{FE1AE68E-3893-A93D-A692-0C9FB6C223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771984-FA3F-306B-7FEE-66ECCAE0BCB1}"/>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2203648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71B02D-5D3F-B7EE-EF38-BB54B7BED9A7}"/>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3" name="Footer Placeholder 2">
            <a:extLst>
              <a:ext uri="{FF2B5EF4-FFF2-40B4-BE49-F238E27FC236}">
                <a16:creationId xmlns:a16="http://schemas.microsoft.com/office/drawing/2014/main" id="{EB5D234D-1938-18A9-CBC3-74E355EE5E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0C5541-98F1-9664-A52C-F008E3CB0828}"/>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3091832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F074C-ED41-BEDB-974B-A12BFCBAD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029CB5-808D-9A0A-FA74-CBC691AB4B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C1B6E0-984D-127A-41DA-EF5D75BC2F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2CD66F-84C7-D475-830B-D5E1F6046454}"/>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6" name="Footer Placeholder 5">
            <a:extLst>
              <a:ext uri="{FF2B5EF4-FFF2-40B4-BE49-F238E27FC236}">
                <a16:creationId xmlns:a16="http://schemas.microsoft.com/office/drawing/2014/main" id="{1353A0BE-EB04-6581-22A6-8DDF2B2142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F154E8-512F-A332-5A44-F4CFD5309AE3}"/>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2419605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7F552-90F4-6B65-F011-0C4DA67E6B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2D4877-CA18-A622-8AD9-D522B1BB74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EE958D71-9DE7-3EE1-46FA-B7E6919572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8B95F-99CD-269B-5DD0-20C0834A3E85}"/>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6" name="Footer Placeholder 5">
            <a:extLst>
              <a:ext uri="{FF2B5EF4-FFF2-40B4-BE49-F238E27FC236}">
                <a16:creationId xmlns:a16="http://schemas.microsoft.com/office/drawing/2014/main" id="{C283905D-497C-61F3-8785-71B5121E81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5635A4-966E-BE7E-7203-5C232051EDB7}"/>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3579252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A5D5-C090-1611-CC5F-97A789A931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D5A81A-ED13-2803-90F8-0A017A70EC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574399-F385-7406-D7E2-37AB7AAFC8AC}"/>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5" name="Footer Placeholder 4">
            <a:extLst>
              <a:ext uri="{FF2B5EF4-FFF2-40B4-BE49-F238E27FC236}">
                <a16:creationId xmlns:a16="http://schemas.microsoft.com/office/drawing/2014/main" id="{957ABECB-309F-CBB6-4AFF-B22F742741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7A6B6F-B304-C78B-777A-A0A0E85D5C76}"/>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3175335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BB2B93-A231-CD95-13D6-21A07A84B5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54AB11-19FC-C412-BCC2-EA7454AB97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BCB3FD-DD3F-4883-9EC0-75726264D074}"/>
              </a:ext>
            </a:extLst>
          </p:cNvPr>
          <p:cNvSpPr>
            <a:spLocks noGrp="1"/>
          </p:cNvSpPr>
          <p:nvPr>
            <p:ph type="dt" sz="half" idx="10"/>
          </p:nvPr>
        </p:nvSpPr>
        <p:spPr/>
        <p:txBody>
          <a:bodyPr/>
          <a:lstStyle/>
          <a:p>
            <a:fld id="{0BFBBAA7-8F78-4057-80AC-7813CF2E1C4F}" type="datetimeFigureOut">
              <a:rPr lang="en-IN" smtClean="0"/>
              <a:t>11-07-2026</a:t>
            </a:fld>
            <a:endParaRPr lang="en-IN"/>
          </a:p>
        </p:txBody>
      </p:sp>
      <p:sp>
        <p:nvSpPr>
          <p:cNvPr id="5" name="Footer Placeholder 4">
            <a:extLst>
              <a:ext uri="{FF2B5EF4-FFF2-40B4-BE49-F238E27FC236}">
                <a16:creationId xmlns:a16="http://schemas.microsoft.com/office/drawing/2014/main" id="{E5ABF98E-48B7-FA4D-38E4-49BC5CC1AC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75C54B-952E-9C44-E955-9DA041C51998}"/>
              </a:ext>
            </a:extLst>
          </p:cNvPr>
          <p:cNvSpPr>
            <a:spLocks noGrp="1"/>
          </p:cNvSpPr>
          <p:nvPr>
            <p:ph type="sldNum" sz="quarter" idx="12"/>
          </p:nvPr>
        </p:nvSpPr>
        <p:spPr/>
        <p:txBody>
          <a:bodyPr/>
          <a:lstStyle/>
          <a:p>
            <a:fld id="{281DDFE9-CBCC-4327-8189-799D50866F85}" type="slidenum">
              <a:rPr lang="en-IN" smtClean="0"/>
              <a:t>‹#›</a:t>
            </a:fld>
            <a:endParaRPr lang="en-IN"/>
          </a:p>
        </p:txBody>
      </p:sp>
    </p:spTree>
    <p:extLst>
      <p:ext uri="{BB962C8B-B14F-4D97-AF65-F5344CB8AC3E}">
        <p14:creationId xmlns:p14="http://schemas.microsoft.com/office/powerpoint/2010/main" val="1388615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D601B1-3C16-444A-24D3-FEFE468997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E68E6C-4B08-34B6-0474-2C9BDB0345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8DB36C-7583-B5B1-D68E-FFF442E745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FBBAA7-8F78-4057-80AC-7813CF2E1C4F}" type="datetimeFigureOut">
              <a:rPr lang="en-IN" smtClean="0"/>
              <a:t>11-07-2026</a:t>
            </a:fld>
            <a:endParaRPr lang="en-IN"/>
          </a:p>
        </p:txBody>
      </p:sp>
      <p:sp>
        <p:nvSpPr>
          <p:cNvPr id="5" name="Footer Placeholder 4">
            <a:extLst>
              <a:ext uri="{FF2B5EF4-FFF2-40B4-BE49-F238E27FC236}">
                <a16:creationId xmlns:a16="http://schemas.microsoft.com/office/drawing/2014/main" id="{BA81164A-0B27-0B50-E2B0-A1A784F26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BE27D05-9B10-9D97-485B-C68F5B0F7B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1DDFE9-CBCC-4327-8189-799D50866F85}" type="slidenum">
              <a:rPr lang="en-IN" smtClean="0"/>
              <a:t>‹#›</a:t>
            </a:fld>
            <a:endParaRPr lang="en-IN"/>
          </a:p>
        </p:txBody>
      </p:sp>
    </p:spTree>
    <p:extLst>
      <p:ext uri="{BB962C8B-B14F-4D97-AF65-F5344CB8AC3E}">
        <p14:creationId xmlns:p14="http://schemas.microsoft.com/office/powerpoint/2010/main" val="399736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fitness-buddy-ai-fvxj.onrender.com/" TargetMode="External"/><Relationship Id="rId2" Type="http://schemas.openxmlformats.org/officeDocument/2006/relationships/hyperlink" Target="https://github.com/AnanyaTiwari850/Fitness-Buddy-AI" TargetMode="External"/><Relationship Id="rId1" Type="http://schemas.openxmlformats.org/officeDocument/2006/relationships/slideLayout" Target="../slideLayouts/slideLayout7.xml"/><Relationship Id="rId4" Type="http://schemas.openxmlformats.org/officeDocument/2006/relationships/hyperlink" Target="https://www.linkedin.com/posts/ananya-tiwari-28a9b6346_my-latest-ai-project-fitness-buddy-ugcPost-7481749371307343873-NP-r/?utm_source=share&amp;utm_medium=member_android&amp;rcm=ACoAAFalMQoBJDIrqL4W73T39y4jzw5NI8URup4"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43350-644A-026E-4866-22F5BF173AC9}"/>
              </a:ext>
            </a:extLst>
          </p:cNvPr>
          <p:cNvSpPr>
            <a:spLocks noGrp="1"/>
          </p:cNvSpPr>
          <p:nvPr>
            <p:ph type="ctrTitle"/>
          </p:nvPr>
        </p:nvSpPr>
        <p:spPr/>
        <p:txBody>
          <a:bodyPr/>
          <a:lstStyle/>
          <a:p>
            <a:r>
              <a:rPr lang="en-IN" dirty="0"/>
              <a:t>IBM  University Engagement</a:t>
            </a:r>
            <a:br>
              <a:rPr lang="en-IN" dirty="0"/>
            </a:br>
            <a:r>
              <a:rPr lang="en-IN" dirty="0"/>
              <a:t>Project Submission </a:t>
            </a:r>
          </a:p>
        </p:txBody>
      </p:sp>
      <p:sp>
        <p:nvSpPr>
          <p:cNvPr id="3" name="Subtitle 2">
            <a:extLst>
              <a:ext uri="{FF2B5EF4-FFF2-40B4-BE49-F238E27FC236}">
                <a16:creationId xmlns:a16="http://schemas.microsoft.com/office/drawing/2014/main" id="{BCCC6777-BD3E-82DF-7C00-A964D29C58A6}"/>
              </a:ext>
            </a:extLst>
          </p:cNvPr>
          <p:cNvSpPr>
            <a:spLocks noGrp="1"/>
          </p:cNvSpPr>
          <p:nvPr>
            <p:ph type="subTitle" idx="1"/>
          </p:nvPr>
        </p:nvSpPr>
        <p:spPr/>
        <p:txBody>
          <a:bodyPr/>
          <a:lstStyle/>
          <a:p>
            <a:r>
              <a:rPr lang="en-IN" dirty="0"/>
              <a:t>EXPLORING THE POWER OF AI WITH IBM </a:t>
            </a:r>
          </a:p>
        </p:txBody>
      </p:sp>
    </p:spTree>
    <p:extLst>
      <p:ext uri="{BB962C8B-B14F-4D97-AF65-F5344CB8AC3E}">
        <p14:creationId xmlns:p14="http://schemas.microsoft.com/office/powerpoint/2010/main" val="1589776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8DC23AD-F64E-61EA-C479-FD86AEA82DC5}"/>
              </a:ext>
            </a:extLst>
          </p:cNvPr>
          <p:cNvSpPr txBox="1"/>
          <p:nvPr/>
        </p:nvSpPr>
        <p:spPr>
          <a:xfrm>
            <a:off x="464695" y="212735"/>
            <a:ext cx="8855438" cy="6432530"/>
          </a:xfrm>
          <a:prstGeom prst="rect">
            <a:avLst/>
          </a:prstGeom>
          <a:noFill/>
        </p:spPr>
        <p:txBody>
          <a:bodyPr wrap="square">
            <a:spAutoFit/>
          </a:bodyPr>
          <a:lstStyle/>
          <a:p>
            <a:r>
              <a:rPr lang="en-IN" sz="2800" b="1" dirty="0"/>
              <a:t>Project Title-[</a:t>
            </a:r>
            <a:r>
              <a:rPr lang="en-IN" sz="2800" b="1" dirty="0">
                <a:solidFill>
                  <a:schemeClr val="accent1">
                    <a:lumMod val="75000"/>
                  </a:schemeClr>
                </a:solidFill>
              </a:rPr>
              <a:t>FITNESS BUDDY</a:t>
            </a:r>
            <a:r>
              <a:rPr lang="en-IN" sz="2800" b="1" dirty="0"/>
              <a:t>]</a:t>
            </a:r>
          </a:p>
          <a:p>
            <a:endParaRPr lang="en-IN" sz="3600" b="1" dirty="0"/>
          </a:p>
          <a:p>
            <a:endParaRPr lang="en-IN" dirty="0"/>
          </a:p>
          <a:p>
            <a:r>
              <a:rPr lang="en-IN" sz="2800" b="1" dirty="0"/>
              <a:t>DOMAIN OF PROJECT -[ </a:t>
            </a:r>
            <a:r>
              <a:rPr lang="en-IN" sz="2800" b="1" dirty="0">
                <a:solidFill>
                  <a:schemeClr val="accent1">
                    <a:lumMod val="75000"/>
                  </a:schemeClr>
                </a:solidFill>
              </a:rPr>
              <a:t>HEALTH CARE</a:t>
            </a:r>
            <a:r>
              <a:rPr lang="en-IN" sz="2800" b="1" dirty="0"/>
              <a:t>]</a:t>
            </a:r>
          </a:p>
          <a:p>
            <a:endParaRPr lang="en-IN" sz="3600" b="1" dirty="0"/>
          </a:p>
          <a:p>
            <a:r>
              <a:rPr lang="en-IN" sz="2800" b="1" dirty="0"/>
              <a:t>Recent Passport size photograph</a:t>
            </a:r>
            <a:r>
              <a:rPr lang="en-IN" dirty="0"/>
              <a:t> </a:t>
            </a:r>
          </a:p>
          <a:p>
            <a:endParaRPr lang="en-IN" dirty="0"/>
          </a:p>
          <a:p>
            <a:endParaRPr lang="en-IN" dirty="0"/>
          </a:p>
          <a:p>
            <a:endParaRPr lang="en-IN" dirty="0"/>
          </a:p>
          <a:p>
            <a:endParaRPr lang="en-IN" dirty="0"/>
          </a:p>
          <a:p>
            <a:endParaRPr lang="en-IN" dirty="0"/>
          </a:p>
          <a:p>
            <a:endParaRPr lang="en-IN" dirty="0"/>
          </a:p>
          <a:p>
            <a:endParaRPr lang="en-IN" dirty="0"/>
          </a:p>
          <a:p>
            <a:r>
              <a:rPr lang="en-IN" sz="2800" b="1" dirty="0"/>
              <a:t>Email id – </a:t>
            </a:r>
            <a:r>
              <a:rPr lang="en-IN" sz="2800" b="1" dirty="0">
                <a:solidFill>
                  <a:schemeClr val="accent1">
                    <a:lumMod val="75000"/>
                  </a:schemeClr>
                </a:solidFill>
              </a:rPr>
              <a:t>ananyatiwari850@gmail.com</a:t>
            </a:r>
          </a:p>
          <a:p>
            <a:endParaRPr lang="en-IN" sz="2800" b="1" dirty="0"/>
          </a:p>
          <a:p>
            <a:endParaRPr lang="en-IN" sz="2800" b="1" dirty="0"/>
          </a:p>
          <a:p>
            <a:r>
              <a:rPr lang="en-IN" sz="2800" b="1" dirty="0"/>
              <a:t>Mobile number - </a:t>
            </a:r>
            <a:r>
              <a:rPr lang="en-IN" sz="2800" b="1" dirty="0">
                <a:solidFill>
                  <a:schemeClr val="accent1">
                    <a:lumMod val="75000"/>
                  </a:schemeClr>
                </a:solidFill>
              </a:rPr>
              <a:t>8707255750</a:t>
            </a:r>
          </a:p>
        </p:txBody>
      </p:sp>
      <p:pic>
        <p:nvPicPr>
          <p:cNvPr id="13" name="Picture 12">
            <a:extLst>
              <a:ext uri="{FF2B5EF4-FFF2-40B4-BE49-F238E27FC236}">
                <a16:creationId xmlns:a16="http://schemas.microsoft.com/office/drawing/2014/main" id="{8082DF69-0129-DE48-4AF1-593B542CE69F}"/>
              </a:ext>
            </a:extLst>
          </p:cNvPr>
          <p:cNvPicPr>
            <a:picLocks noChangeAspect="1"/>
          </p:cNvPicPr>
          <p:nvPr/>
        </p:nvPicPr>
        <p:blipFill>
          <a:blip r:embed="rId2"/>
          <a:stretch>
            <a:fillRect/>
          </a:stretch>
        </p:blipFill>
        <p:spPr>
          <a:xfrm>
            <a:off x="5666281" y="2666590"/>
            <a:ext cx="1319135" cy="1949838"/>
          </a:xfrm>
          <a:prstGeom prst="rect">
            <a:avLst/>
          </a:prstGeom>
        </p:spPr>
      </p:pic>
    </p:spTree>
    <p:extLst>
      <p:ext uri="{BB962C8B-B14F-4D97-AF65-F5344CB8AC3E}">
        <p14:creationId xmlns:p14="http://schemas.microsoft.com/office/powerpoint/2010/main" val="654050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8DD62B3-3736-1546-80BF-C894B98435CF}"/>
              </a:ext>
            </a:extLst>
          </p:cNvPr>
          <p:cNvSpPr txBox="1"/>
          <p:nvPr/>
        </p:nvSpPr>
        <p:spPr>
          <a:xfrm>
            <a:off x="0" y="0"/>
            <a:ext cx="12058650" cy="6955750"/>
          </a:xfrm>
          <a:prstGeom prst="rect">
            <a:avLst/>
          </a:prstGeom>
          <a:noFill/>
        </p:spPr>
        <p:txBody>
          <a:bodyPr wrap="square">
            <a:spAutoFit/>
          </a:bodyPr>
          <a:lstStyle/>
          <a:p>
            <a:pPr algn="just"/>
            <a:r>
              <a:rPr lang="en-IN" sz="2800" b="1" dirty="0">
                <a:latin typeface="Arial" panose="020B0604020202020204" pitchFamily="34" charset="0"/>
                <a:cs typeface="Arial" panose="020B0604020202020204" pitchFamily="34" charset="0"/>
              </a:rPr>
              <a:t>Problem Statement</a:t>
            </a:r>
          </a:p>
          <a:p>
            <a:pPr algn="just"/>
            <a:endParaRPr lang="en-IN" sz="18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Problem Statement: Fitness Buddy AI</a:t>
            </a:r>
          </a:p>
          <a:p>
            <a:pPr algn="just"/>
            <a:endParaRPr lang="en-IN" sz="2000" dirty="0">
              <a:latin typeface="Arial" panose="020B0604020202020204" pitchFamily="34" charset="0"/>
              <a:cs typeface="Arial" panose="020B0604020202020204" pitchFamily="34" charset="0"/>
            </a:endParaRPr>
          </a:p>
          <a:p>
            <a:pPr algn="just"/>
            <a:r>
              <a:rPr lang="en-IN" sz="2000" b="1" dirty="0">
                <a:latin typeface="Arial" panose="020B0604020202020204" pitchFamily="34" charset="0"/>
                <a:cs typeface="Arial" panose="020B0604020202020204" pitchFamily="34" charset="0"/>
              </a:rPr>
              <a:t>The Challenge</a:t>
            </a:r>
          </a:p>
          <a:p>
            <a:pPr algn="just"/>
            <a:r>
              <a:rPr lang="en-IN" sz="2000" dirty="0">
                <a:latin typeface="Arial" panose="020B0604020202020204" pitchFamily="34" charset="0"/>
                <a:cs typeface="Arial" panose="020B0604020202020204" pitchFamily="34" charset="0"/>
              </a:rPr>
              <a:t>Many people struggle to maintain a healthy lifestyle due to a lack of personalized fitness guidance, proper workout planning, balanced nutrition advice, and progress tracking. Existing solutions are often generic and fail to provide recommendations tailored to individual goals such as weight loss, muscle gain, or maintaining fitness.</a:t>
            </a:r>
          </a:p>
          <a:p>
            <a:pPr algn="just"/>
            <a:endParaRPr lang="en-IN" sz="2000" dirty="0">
              <a:latin typeface="Arial" panose="020B0604020202020204" pitchFamily="34" charset="0"/>
              <a:cs typeface="Arial" panose="020B0604020202020204" pitchFamily="34" charset="0"/>
            </a:endParaRPr>
          </a:p>
          <a:p>
            <a:pPr algn="just"/>
            <a:r>
              <a:rPr lang="en-IN" sz="2000" b="1" dirty="0">
                <a:latin typeface="Arial" panose="020B0604020202020204" pitchFamily="34" charset="0"/>
                <a:cs typeface="Arial" panose="020B0604020202020204" pitchFamily="34" charset="0"/>
              </a:rPr>
              <a:t>The Objective</a:t>
            </a:r>
          </a:p>
          <a:p>
            <a:pPr algn="just"/>
            <a:r>
              <a:rPr lang="en-IN" sz="2000" dirty="0">
                <a:latin typeface="Arial" panose="020B0604020202020204" pitchFamily="34" charset="0"/>
                <a:cs typeface="Arial" panose="020B0604020202020204" pitchFamily="34" charset="0"/>
              </a:rPr>
              <a:t>Build an AI-Powered Fitness Buddy that provides personalized health and fitness guidance using IBM watsonx.ai. </a:t>
            </a:r>
          </a:p>
          <a:p>
            <a:pPr algn="just"/>
            <a:r>
              <a:rPr lang="en-IN" sz="2000" dirty="0">
                <a:latin typeface="Arial" panose="020B0604020202020204" pitchFamily="34" charset="0"/>
                <a:cs typeface="Arial" panose="020B0604020202020204" pitchFamily="34" charset="0"/>
              </a:rPr>
              <a:t>The solution should:</a:t>
            </a:r>
          </a:p>
          <a:p>
            <a:pPr marL="342900" indent="-342900" algn="just">
              <a:buFont typeface="Arial" panose="020B0604020202020204" pitchFamily="34" charset="0"/>
              <a:buChar char="•"/>
            </a:pPr>
            <a:r>
              <a:rPr lang="en-IN" sz="2000" dirty="0">
                <a:latin typeface="Arial" panose="020B0604020202020204" pitchFamily="34" charset="0"/>
                <a:cs typeface="Arial" panose="020B0604020202020204" pitchFamily="34" charset="0"/>
              </a:rPr>
              <a:t>Generate personalized workout plans</a:t>
            </a:r>
          </a:p>
          <a:p>
            <a:pPr marL="285750" indent="-285750" algn="just">
              <a:buFont typeface="Arial" panose="020B0604020202020204" pitchFamily="34" charset="0"/>
              <a:buChar char="•"/>
            </a:pPr>
            <a:r>
              <a:rPr lang="en-IN" sz="2000" dirty="0">
                <a:latin typeface="Arial" panose="020B0604020202020204" pitchFamily="34" charset="0"/>
                <a:cs typeface="Arial" panose="020B0604020202020204" pitchFamily="34" charset="0"/>
              </a:rPr>
              <a:t>Recommend healthy meal suggestions</a:t>
            </a:r>
          </a:p>
          <a:p>
            <a:pPr marL="285750" indent="-285750" algn="just">
              <a:buFont typeface="Arial" panose="020B0604020202020204" pitchFamily="34" charset="0"/>
              <a:buChar char="•"/>
            </a:pPr>
            <a:r>
              <a:rPr lang="en-IN" sz="2000" dirty="0">
                <a:latin typeface="Arial" panose="020B0604020202020204" pitchFamily="34" charset="0"/>
                <a:cs typeface="Arial" panose="020B0604020202020204" pitchFamily="34" charset="0"/>
              </a:rPr>
              <a:t>Calculate BMI and health status</a:t>
            </a:r>
          </a:p>
          <a:p>
            <a:pPr marL="285750" indent="-285750" algn="just">
              <a:buFont typeface="Arial" panose="020B0604020202020204" pitchFamily="34" charset="0"/>
              <a:buChar char="•"/>
            </a:pPr>
            <a:r>
              <a:rPr lang="en-IN" sz="2000" dirty="0">
                <a:latin typeface="Arial" panose="020B0604020202020204" pitchFamily="34" charset="0"/>
                <a:cs typeface="Arial" panose="020B0604020202020204" pitchFamily="34" charset="0"/>
              </a:rPr>
              <a:t>Answer fitness and nutrition-related questions</a:t>
            </a:r>
          </a:p>
          <a:p>
            <a:pPr marL="285750" indent="-285750" algn="just">
              <a:buFont typeface="Arial" panose="020B0604020202020204" pitchFamily="34" charset="0"/>
              <a:buChar char="•"/>
            </a:pPr>
            <a:r>
              <a:rPr lang="en-IN" sz="2000" dirty="0">
                <a:latin typeface="Arial" panose="020B0604020202020204" pitchFamily="34" charset="0"/>
                <a:cs typeface="Arial" panose="020B0604020202020204" pitchFamily="34" charset="0"/>
              </a:rPr>
              <a:t>Support family profile management</a:t>
            </a:r>
          </a:p>
          <a:p>
            <a:pPr marL="285750" indent="-285750" algn="just">
              <a:buFont typeface="Arial" panose="020B0604020202020204" pitchFamily="34" charset="0"/>
              <a:buChar char="•"/>
            </a:pPr>
            <a:r>
              <a:rPr lang="en-IN" sz="2000" dirty="0">
                <a:latin typeface="Arial" panose="020B0604020202020204" pitchFamily="34" charset="0"/>
                <a:cs typeface="Arial" panose="020B0604020202020204" pitchFamily="34" charset="0"/>
              </a:rPr>
              <a:t>Provide motivational health guidance</a:t>
            </a:r>
          </a:p>
          <a:p>
            <a:pPr marL="285750" indent="-285750" algn="just">
              <a:buFont typeface="Arial" panose="020B0604020202020204" pitchFamily="34" charset="0"/>
              <a:buChar char="•"/>
            </a:pPr>
            <a:r>
              <a:rPr lang="en-IN" sz="2000" dirty="0">
                <a:latin typeface="Arial" panose="020B0604020202020204" pitchFamily="34" charset="0"/>
                <a:cs typeface="Arial" panose="020B0604020202020204" pitchFamily="34" charset="0"/>
              </a:rPr>
              <a:t>Maintain an interactive AI chat experience</a:t>
            </a:r>
          </a:p>
          <a:p>
            <a:pPr marL="285750" indent="-285750" algn="just">
              <a:buFont typeface="Arial" panose="020B0604020202020204" pitchFamily="34" charset="0"/>
              <a:buChar char="•"/>
            </a:pPr>
            <a:r>
              <a:rPr lang="en-IN" sz="2000" dirty="0">
                <a:latin typeface="Arial" panose="020B0604020202020204" pitchFamily="34" charset="0"/>
                <a:cs typeface="Arial" panose="020B0604020202020204" pitchFamily="34" charset="0"/>
              </a:rPr>
              <a:t>Deliver safe and personalized recommendations</a:t>
            </a:r>
          </a:p>
        </p:txBody>
      </p:sp>
    </p:spTree>
    <p:extLst>
      <p:ext uri="{BB962C8B-B14F-4D97-AF65-F5344CB8AC3E}">
        <p14:creationId xmlns:p14="http://schemas.microsoft.com/office/powerpoint/2010/main" val="808750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9BC8FF4-90C4-5630-3A2A-A79E8BB19F5C}"/>
              </a:ext>
            </a:extLst>
          </p:cNvPr>
          <p:cNvSpPr txBox="1"/>
          <p:nvPr/>
        </p:nvSpPr>
        <p:spPr>
          <a:xfrm>
            <a:off x="0" y="1"/>
            <a:ext cx="12496800" cy="7078861"/>
          </a:xfrm>
          <a:prstGeom prst="rect">
            <a:avLst/>
          </a:prstGeom>
          <a:noFill/>
        </p:spPr>
        <p:txBody>
          <a:bodyPr wrap="square">
            <a:spAutoFit/>
          </a:bodyPr>
          <a:lstStyle/>
          <a:p>
            <a:r>
              <a:rPr lang="en-IN" sz="2800" b="1" dirty="0"/>
              <a:t>Proposed Solution</a:t>
            </a:r>
          </a:p>
          <a:p>
            <a:endParaRPr lang="en-IN" dirty="0"/>
          </a:p>
          <a:p>
            <a:r>
              <a:rPr lang="en-IN" sz="2400" dirty="0"/>
              <a:t>Proposed Solution: AI-Powered Fitness Buddy</a:t>
            </a:r>
          </a:p>
          <a:p>
            <a:endParaRPr lang="en-IN" sz="2400" dirty="0"/>
          </a:p>
          <a:p>
            <a:r>
              <a:rPr lang="en-IN" sz="2000" dirty="0">
                <a:latin typeface="Arial" panose="020B0604020202020204" pitchFamily="34" charset="0"/>
                <a:cs typeface="Arial" panose="020B0604020202020204" pitchFamily="34" charset="0"/>
              </a:rPr>
              <a:t>Fitness Buddy AI is an intelligent web application developed using Python Flask and IBM watsonx.ai  models. It provides personalized fitness and nutrition guidance through an interactive AI assistant.</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application allows users to:</a:t>
            </a:r>
          </a:p>
          <a:p>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Generate customized workout plans based on their goals.</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Receive healthy meal recommendations.</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Calculate Body Mass Index (BMI).</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Manage multiple family health profiles.</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Ask fitness, exercise, and nutrition-related questions in natural language.</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Get motivational and health improvement suggestions.</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frontend is responsive and user-friendly, providing a smooth chat experience across devices. IBM watsonx.ai powers intelligent response generation while IBM Cloud provides a secure deployment environment.</a:t>
            </a:r>
          </a:p>
          <a:p>
            <a:r>
              <a:rPr lang="en-IN" sz="2000" dirty="0">
                <a:latin typeface="Arial" panose="020B0604020202020204" pitchFamily="34" charset="0"/>
                <a:cs typeface="Arial" panose="020B0604020202020204" pitchFamily="34" charset="0"/>
              </a:rPr>
              <a:t>Overall, Fitness Buddy AI acts as a smart virtual fitness assistant that helps users adopt healthier habits through personalized  AI guidance.</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7721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FA57CA-E0CC-A71C-4AAA-632FC45606C5}"/>
              </a:ext>
            </a:extLst>
          </p:cNvPr>
          <p:cNvSpPr txBox="1"/>
          <p:nvPr/>
        </p:nvSpPr>
        <p:spPr>
          <a:xfrm>
            <a:off x="377251" y="539645"/>
            <a:ext cx="10658007" cy="5816977"/>
          </a:xfrm>
          <a:prstGeom prst="rect">
            <a:avLst/>
          </a:prstGeom>
          <a:noFill/>
        </p:spPr>
        <p:txBody>
          <a:bodyPr wrap="square">
            <a:spAutoFit/>
          </a:bodyPr>
          <a:lstStyle/>
          <a:p>
            <a:r>
              <a:rPr lang="en-IN" sz="3600" b="1" dirty="0">
                <a:latin typeface="Arial" panose="020B0604020202020204" pitchFamily="34" charset="0"/>
                <a:cs typeface="Arial" panose="020B0604020202020204" pitchFamily="34" charset="0"/>
              </a:rPr>
              <a:t>Technology Used</a:t>
            </a:r>
          </a:p>
          <a:p>
            <a:endParaRPr lang="en-IN" sz="3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b="1" dirty="0">
                <a:latin typeface="Arial" panose="020B0604020202020204" pitchFamily="34" charset="0"/>
                <a:cs typeface="Arial" panose="020B0604020202020204" pitchFamily="34" charset="0"/>
              </a:rPr>
              <a:t>Python Flask </a:t>
            </a:r>
            <a:r>
              <a:rPr lang="en-IN" sz="2000" dirty="0">
                <a:latin typeface="Arial" panose="020B0604020202020204" pitchFamily="34" charset="0"/>
                <a:cs typeface="Arial" panose="020B0604020202020204" pitchFamily="34" charset="0"/>
              </a:rPr>
              <a:t>– Backend web framework.</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b="1" dirty="0">
                <a:latin typeface="Arial" panose="020B0604020202020204" pitchFamily="34" charset="0"/>
                <a:cs typeface="Arial" panose="020B0604020202020204" pitchFamily="34" charset="0"/>
              </a:rPr>
              <a:t>HTML5, CSS3 &amp; JavaScript </a:t>
            </a:r>
            <a:r>
              <a:rPr lang="en-IN" sz="2000" dirty="0">
                <a:latin typeface="Arial" panose="020B0604020202020204" pitchFamily="34" charset="0"/>
                <a:cs typeface="Arial" panose="020B0604020202020204" pitchFamily="34" charset="0"/>
              </a:rPr>
              <a:t>– Responsive frontend development.</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b="1" dirty="0">
                <a:latin typeface="Arial" panose="020B0604020202020204" pitchFamily="34" charset="0"/>
                <a:cs typeface="Arial" panose="020B0604020202020204" pitchFamily="34" charset="0"/>
              </a:rPr>
              <a:t>IBM watsonx.ai </a:t>
            </a:r>
            <a:r>
              <a:rPr lang="en-IN" sz="2000" dirty="0">
                <a:latin typeface="Arial" panose="020B0604020202020204" pitchFamily="34" charset="0"/>
                <a:cs typeface="Arial" panose="020B0604020202020204" pitchFamily="34" charset="0"/>
              </a:rPr>
              <a:t>– AI model deployment and inference.</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b="1" dirty="0">
                <a:latin typeface="Arial" panose="020B0604020202020204" pitchFamily="34" charset="0"/>
                <a:cs typeface="Arial" panose="020B0604020202020204" pitchFamily="34" charset="0"/>
              </a:rPr>
              <a:t>META LLAMA Models</a:t>
            </a:r>
            <a:r>
              <a:rPr lang="en-IN" sz="2000" dirty="0">
                <a:latin typeface="Arial" panose="020B0604020202020204" pitchFamily="34" charset="0"/>
                <a:cs typeface="Arial" panose="020B0604020202020204" pitchFamily="34" charset="0"/>
              </a:rPr>
              <a:t> – Natural language understanding and response generation.</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b="1" dirty="0">
                <a:latin typeface="Arial" panose="020B0604020202020204" pitchFamily="34" charset="0"/>
                <a:cs typeface="Arial" panose="020B0604020202020204" pitchFamily="34" charset="0"/>
              </a:rPr>
              <a:t>IBM Cloud </a:t>
            </a:r>
            <a:r>
              <a:rPr lang="en-IN" sz="2000" dirty="0">
                <a:latin typeface="Arial" panose="020B0604020202020204" pitchFamily="34" charset="0"/>
                <a:cs typeface="Arial" panose="020B0604020202020204" pitchFamily="34" charset="0"/>
              </a:rPr>
              <a:t>– Secure cloud deployment.</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b="1" dirty="0">
                <a:latin typeface="Arial" panose="020B0604020202020204" pitchFamily="34" charset="0"/>
                <a:cs typeface="Arial" panose="020B0604020202020204" pitchFamily="34" charset="0"/>
              </a:rPr>
              <a:t>REST APIs </a:t>
            </a:r>
            <a:r>
              <a:rPr lang="en-IN" sz="2000" dirty="0">
                <a:latin typeface="Arial" panose="020B0604020202020204" pitchFamily="34" charset="0"/>
                <a:cs typeface="Arial" panose="020B0604020202020204" pitchFamily="34" charset="0"/>
              </a:rPr>
              <a:t>– Communication between frontend and backend.</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b="1" dirty="0">
                <a:latin typeface="Arial" panose="020B0604020202020204" pitchFamily="34" charset="0"/>
                <a:cs typeface="Arial" panose="020B0604020202020204" pitchFamily="34" charset="0"/>
              </a:rPr>
              <a:t>Git &amp; GitHub </a:t>
            </a:r>
            <a:r>
              <a:rPr lang="en-IN" sz="2000" dirty="0">
                <a:latin typeface="Arial" panose="020B0604020202020204" pitchFamily="34" charset="0"/>
                <a:cs typeface="Arial" panose="020B0604020202020204" pitchFamily="34" charset="0"/>
              </a:rPr>
              <a:t>– Version control and project management.</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b="1" dirty="0">
                <a:latin typeface="Arial" panose="020B0604020202020204" pitchFamily="34" charset="0"/>
                <a:cs typeface="Arial" panose="020B0604020202020204" pitchFamily="34" charset="0"/>
              </a:rPr>
              <a:t>Render </a:t>
            </a:r>
            <a:r>
              <a:rPr lang="en-IN" sz="2000" dirty="0">
                <a:latin typeface="Arial" panose="020B0604020202020204" pitchFamily="34" charset="0"/>
                <a:cs typeface="Arial" panose="020B0604020202020204" pitchFamily="34" charset="0"/>
              </a:rPr>
              <a:t>– Cloud hosting and deployment</a:t>
            </a:r>
            <a:r>
              <a:rPr lang="en-IN" dirty="0"/>
              <a:t>.</a:t>
            </a:r>
          </a:p>
        </p:txBody>
      </p:sp>
    </p:spTree>
    <p:extLst>
      <p:ext uri="{BB962C8B-B14F-4D97-AF65-F5344CB8AC3E}">
        <p14:creationId xmlns:p14="http://schemas.microsoft.com/office/powerpoint/2010/main" val="2242730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136811-0A63-FDB7-CE9F-EB825F30764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236773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C519F5-BF0F-0D95-AB17-AA6F260F95C9}"/>
              </a:ext>
            </a:extLst>
          </p:cNvPr>
          <p:cNvSpPr txBox="1"/>
          <p:nvPr/>
        </p:nvSpPr>
        <p:spPr>
          <a:xfrm>
            <a:off x="1" y="0"/>
            <a:ext cx="12191999" cy="6617196"/>
          </a:xfrm>
          <a:prstGeom prst="rect">
            <a:avLst/>
          </a:prstGeom>
          <a:noFill/>
        </p:spPr>
        <p:txBody>
          <a:bodyPr wrap="square">
            <a:spAutoFit/>
          </a:bodyPr>
          <a:lstStyle/>
          <a:p>
            <a:r>
              <a:rPr lang="en-IN" sz="3600" b="1" dirty="0">
                <a:latin typeface="Arial" panose="020B0604020202020204" pitchFamily="34" charset="0"/>
                <a:cs typeface="Arial" panose="020B0604020202020204" pitchFamily="34" charset="0"/>
              </a:rPr>
              <a:t>Role of AI in the Solution</a:t>
            </a:r>
          </a:p>
          <a:p>
            <a:endParaRPr lang="en-IN" dirty="0">
              <a:latin typeface="Arial" panose="020B0604020202020204" pitchFamily="34" charset="0"/>
              <a:cs typeface="Arial" panose="020B0604020202020204" pitchFamily="34" charset="0"/>
            </a:endParaRPr>
          </a:p>
          <a:p>
            <a:r>
              <a:rPr lang="en-IN" sz="3200" dirty="0">
                <a:latin typeface="Arial" panose="020B0604020202020204" pitchFamily="34" charset="0"/>
                <a:cs typeface="Arial" panose="020B0604020202020204" pitchFamily="34" charset="0"/>
              </a:rPr>
              <a:t>Role of AI in Fitness Buddy AI</a:t>
            </a:r>
          </a:p>
          <a:p>
            <a:endParaRPr lang="en-IN"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Fitness Buddy AI uses IBM watsonx.ai with the Meta Llama model to provide intelligent and personalized fitness guidance. Instead of giving predefined responses, the AI understands user queries and generates context-aware recommendations in real time.</a:t>
            </a:r>
          </a:p>
          <a:p>
            <a:r>
              <a:rPr lang="en-IN" sz="2000" dirty="0">
                <a:latin typeface="Arial" panose="020B0604020202020204" pitchFamily="34" charset="0"/>
                <a:cs typeface="Arial" panose="020B0604020202020204" pitchFamily="34" charset="0"/>
              </a:rPr>
              <a:t>The AI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user inputs such as age, height, weight, BMI, fitness goals, and dietary preferences to create customized </a:t>
            </a:r>
          </a:p>
          <a:p>
            <a:r>
              <a:rPr lang="en-IN" sz="2000" dirty="0">
                <a:latin typeface="Arial" panose="020B0604020202020204" pitchFamily="34" charset="0"/>
                <a:cs typeface="Arial" panose="020B0604020202020204" pitchFamily="34" charset="0"/>
              </a:rPr>
              <a:t>workout routines and healthy meal plans. It also answers fitness and nutrition-related questions, explains exercises, and</a:t>
            </a:r>
          </a:p>
          <a:p>
            <a:r>
              <a:rPr lang="en-IN" sz="2000" dirty="0">
                <a:latin typeface="Arial" panose="020B0604020202020204" pitchFamily="34" charset="0"/>
                <a:cs typeface="Arial" panose="020B0604020202020204" pitchFamily="34" charset="0"/>
              </a:rPr>
              <a:t> provides practical health suggestions.</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chatbot maintains a natural conversation, allowing users to ask follow-up questions and receive relevant, personalized responses. It also encourages users with motivational guidance and healthy lifestyle tips to improve consistency and </a:t>
            </a:r>
          </a:p>
          <a:p>
            <a:r>
              <a:rPr lang="en-IN" sz="2000" dirty="0">
                <a:latin typeface="Arial" panose="020B0604020202020204" pitchFamily="34" charset="0"/>
                <a:cs typeface="Arial" panose="020B0604020202020204" pitchFamily="34" charset="0"/>
              </a:rPr>
              <a:t>overall well-being.</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Overall, AI makes Fitness Buddy AI an intelligent, interactive, and personalized virtual fitness assistant that helps users  make informed decisions and achieve their health and fitness goals more effectively.</a:t>
            </a:r>
          </a:p>
        </p:txBody>
      </p:sp>
    </p:spTree>
    <p:extLst>
      <p:ext uri="{BB962C8B-B14F-4D97-AF65-F5344CB8AC3E}">
        <p14:creationId xmlns:p14="http://schemas.microsoft.com/office/powerpoint/2010/main" val="120384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26C1E4-91D3-2997-A115-62BEE28159A0}"/>
              </a:ext>
            </a:extLst>
          </p:cNvPr>
          <p:cNvSpPr txBox="1"/>
          <p:nvPr/>
        </p:nvSpPr>
        <p:spPr>
          <a:xfrm>
            <a:off x="302301" y="134913"/>
            <a:ext cx="11587397" cy="6586418"/>
          </a:xfrm>
          <a:prstGeom prst="rect">
            <a:avLst/>
          </a:prstGeom>
          <a:noFill/>
        </p:spPr>
        <p:txBody>
          <a:bodyPr wrap="square">
            <a:spAutoFit/>
          </a:bodyPr>
          <a:lstStyle/>
          <a:p>
            <a:r>
              <a:rPr lang="en-IN" sz="3600" b="1" dirty="0">
                <a:latin typeface="Arial" panose="020B0604020202020204" pitchFamily="34" charset="0"/>
                <a:cs typeface="Arial" panose="020B0604020202020204" pitchFamily="34" charset="0"/>
              </a:rPr>
              <a:t>Novelty and Uniqueness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Fitness Buddy AI combines artificial intelligence with personalized fitness guidance to deliver a complete health assistant.</a:t>
            </a:r>
          </a:p>
          <a:p>
            <a:endParaRPr lang="en-IN" dirty="0">
              <a:latin typeface="Arial" panose="020B0604020202020204" pitchFamily="34" charset="0"/>
              <a:cs typeface="Arial" panose="020B0604020202020204" pitchFamily="34" charset="0"/>
            </a:endParaRPr>
          </a:p>
          <a:p>
            <a:r>
              <a:rPr lang="en-IN" sz="2800" b="1" dirty="0">
                <a:latin typeface="Arial" panose="020B0604020202020204" pitchFamily="34" charset="0"/>
                <a:cs typeface="Arial" panose="020B0604020202020204" pitchFamily="34" charset="0"/>
              </a:rPr>
              <a:t>Key Features :</a:t>
            </a:r>
          </a:p>
          <a:p>
            <a:endParaRPr lang="en-IN" sz="28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Personalized workout recommendations.</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AI-generated healthy meal suggestions.</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BMI calculation with health interpretation.</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Family profile support.</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Interactive AI chat powered by IBM Granite.</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Responsive and modern user interface.</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Secure cloud deployment using IBM Cloud.</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Real-time personalized health guidance.</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Beginner-friendly and easy to use.</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This makes Fitness Buddy AI a practical and intelligent digital fitness companion suitable for everyday users.</a:t>
            </a:r>
          </a:p>
        </p:txBody>
      </p:sp>
    </p:spTree>
    <p:extLst>
      <p:ext uri="{BB962C8B-B14F-4D97-AF65-F5344CB8AC3E}">
        <p14:creationId xmlns:p14="http://schemas.microsoft.com/office/powerpoint/2010/main" val="4266147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ABE2C4-B4A5-197A-408D-4CAD1AD410F2}"/>
              </a:ext>
            </a:extLst>
          </p:cNvPr>
          <p:cNvSpPr txBox="1"/>
          <p:nvPr/>
        </p:nvSpPr>
        <p:spPr>
          <a:xfrm>
            <a:off x="194872" y="0"/>
            <a:ext cx="11802256" cy="6924973"/>
          </a:xfrm>
          <a:prstGeom prst="rect">
            <a:avLst/>
          </a:prstGeom>
          <a:noFill/>
        </p:spPr>
        <p:txBody>
          <a:bodyPr wrap="square">
            <a:spAutoFit/>
          </a:bodyPr>
          <a:lstStyle/>
          <a:p>
            <a:r>
              <a:rPr lang="en-IN" sz="2800" b="1" dirty="0">
                <a:latin typeface="Arial" panose="020B0604020202020204" pitchFamily="34" charset="0"/>
                <a:cs typeface="Arial" panose="020B0604020202020204" pitchFamily="34" charset="0"/>
              </a:rPr>
              <a:t>GitHub Link</a:t>
            </a:r>
          </a:p>
          <a:p>
            <a:endParaRPr lang="en-IN" sz="2800" b="1"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GitHub Repository - </a:t>
            </a:r>
            <a:r>
              <a:rPr lang="en-IN" sz="2400" dirty="0">
                <a:latin typeface="Arial" panose="020B0604020202020204" pitchFamily="34" charset="0"/>
                <a:cs typeface="Arial" panose="020B0604020202020204" pitchFamily="34" charset="0"/>
                <a:hlinkClick r:id="rId2"/>
              </a:rPr>
              <a:t>https://github.com/AnanyaTiwari850/Fitness-Buddy-AI</a:t>
            </a:r>
            <a:endParaRPr lang="en-IN" sz="2400" dirty="0">
              <a:latin typeface="Arial" panose="020B0604020202020204" pitchFamily="34" charset="0"/>
              <a:cs typeface="Arial" panose="020B0604020202020204" pitchFamily="34" charset="0"/>
            </a:endParaRPr>
          </a:p>
          <a:p>
            <a:endParaRPr lang="en-IN" sz="24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Repository includes:</a:t>
            </a:r>
          </a:p>
          <a:p>
            <a:r>
              <a:rPr lang="en-IN" sz="2000" dirty="0">
                <a:latin typeface="Arial" panose="020B0604020202020204" pitchFamily="34" charset="0"/>
                <a:cs typeface="Arial" panose="020B0604020202020204" pitchFamily="34" charset="0"/>
              </a:rPr>
              <a:t>Source Code</a:t>
            </a:r>
          </a:p>
          <a:p>
            <a:r>
              <a:rPr lang="en-IN" sz="2000" dirty="0">
                <a:latin typeface="Arial" panose="020B0604020202020204" pitchFamily="34" charset="0"/>
                <a:cs typeface="Arial" panose="020B0604020202020204" pitchFamily="34" charset="0"/>
              </a:rPr>
              <a:t>README.md</a:t>
            </a:r>
          </a:p>
          <a:p>
            <a:r>
              <a:rPr lang="en-IN" sz="2000" dirty="0">
                <a:latin typeface="Arial" panose="020B0604020202020204" pitchFamily="34" charset="0"/>
                <a:cs typeface="Arial" panose="020B0604020202020204" pitchFamily="34" charset="0"/>
              </a:rPr>
              <a:t>requirements.txt</a:t>
            </a:r>
          </a:p>
          <a:p>
            <a:r>
              <a:rPr lang="en-IN" sz="2000" dirty="0">
                <a:latin typeface="Arial" panose="020B0604020202020204" pitchFamily="34" charset="0"/>
                <a:cs typeface="Arial" panose="020B0604020202020204" pitchFamily="34" charset="0"/>
              </a:rPr>
              <a:t>app.py</a:t>
            </a:r>
          </a:p>
          <a:p>
            <a:r>
              <a:rPr lang="en-IN" sz="2000" dirty="0">
                <a:latin typeface="Arial" panose="020B0604020202020204" pitchFamily="34" charset="0"/>
                <a:cs typeface="Arial" panose="020B0604020202020204" pitchFamily="34" charset="0"/>
              </a:rPr>
              <a:t>templates</a:t>
            </a:r>
          </a:p>
          <a:p>
            <a:r>
              <a:rPr lang="en-IN" sz="2000" dirty="0">
                <a:latin typeface="Arial" panose="020B0604020202020204" pitchFamily="34" charset="0"/>
                <a:cs typeface="Arial" panose="020B0604020202020204" pitchFamily="34" charset="0"/>
              </a:rPr>
              <a:t>static</a:t>
            </a:r>
          </a:p>
          <a:p>
            <a:r>
              <a:rPr lang="en-IN" sz="2000" dirty="0">
                <a:latin typeface="Arial" panose="020B0604020202020204" pitchFamily="34" charset="0"/>
                <a:cs typeface="Arial" panose="020B0604020202020204" pitchFamily="34" charset="0"/>
              </a:rPr>
              <a:t>Presentation (PPT)</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LIVE LINK - </a:t>
            </a:r>
            <a:r>
              <a:rPr lang="en-IN" sz="2000" dirty="0">
                <a:latin typeface="Arial" panose="020B0604020202020204" pitchFamily="34" charset="0"/>
                <a:cs typeface="Arial" panose="020B0604020202020204" pitchFamily="34" charset="0"/>
                <a:hlinkClick r:id="rId3"/>
              </a:rPr>
              <a:t>https://fitness-buddy-ai-fvxj.onrender.com</a:t>
            </a:r>
            <a:endParaRPr lang="en-IN"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LinkedIn Post Link –  </a:t>
            </a:r>
            <a:r>
              <a:rPr lang="en-IN" sz="2000" dirty="0">
                <a:latin typeface="Arial" panose="020B0604020202020204" pitchFamily="34" charset="0"/>
                <a:cs typeface="Arial" panose="020B0604020202020204" pitchFamily="34" charset="0"/>
                <a:hlinkClick r:id="rId4"/>
              </a:rPr>
              <a:t>https://www.linkedin.com/posts/ananya-tiwari-28a9b6346_my-latest-ai-project-fitness-buddy-ugcPost-7481749371307343873-NP-r/?utm_source=share&amp;utm_medium=member_android&amp;rcm=ACoAAFalMQoBJDIrqL4W73T39y4jzw5NI8URup4</a:t>
            </a:r>
            <a:endParaRPr lang="en-IN"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 THIS LINKEDIN POST HAVE POST ABOUT PROJECT AND  VIDEO)                         </a:t>
            </a:r>
            <a:r>
              <a:rPr lang="en-IN" sz="2000" b="1" dirty="0"/>
              <a:t>                                                                                                              </a:t>
            </a:r>
          </a:p>
        </p:txBody>
      </p:sp>
    </p:spTree>
    <p:extLst>
      <p:ext uri="{BB962C8B-B14F-4D97-AF65-F5344CB8AC3E}">
        <p14:creationId xmlns:p14="http://schemas.microsoft.com/office/powerpoint/2010/main" val="753527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6D57BDC-2DCA-2012-4B65-DC5759D94F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75169"/>
            <a:ext cx="12192000" cy="5707662"/>
          </a:xfrm>
          <a:prstGeom prst="rect">
            <a:avLst/>
          </a:prstGeom>
        </p:spPr>
      </p:pic>
    </p:spTree>
    <p:extLst>
      <p:ext uri="{BB962C8B-B14F-4D97-AF65-F5344CB8AC3E}">
        <p14:creationId xmlns:p14="http://schemas.microsoft.com/office/powerpoint/2010/main" val="3759033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2828A4-3109-E9A7-5B01-8CF3D7F9BF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5857"/>
            <a:ext cx="12192000" cy="6386286"/>
          </a:xfrm>
          <a:prstGeom prst="rect">
            <a:avLst/>
          </a:prstGeom>
        </p:spPr>
      </p:pic>
    </p:spTree>
    <p:extLst>
      <p:ext uri="{BB962C8B-B14F-4D97-AF65-F5344CB8AC3E}">
        <p14:creationId xmlns:p14="http://schemas.microsoft.com/office/powerpoint/2010/main" val="996336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BD4C6F-6FFD-FBDC-C353-D9D9C047BAE5}"/>
              </a:ext>
            </a:extLst>
          </p:cNvPr>
          <p:cNvSpPr txBox="1"/>
          <p:nvPr/>
        </p:nvSpPr>
        <p:spPr>
          <a:xfrm>
            <a:off x="209862" y="179883"/>
            <a:ext cx="11982138" cy="6124754"/>
          </a:xfrm>
          <a:prstGeom prst="rect">
            <a:avLst/>
          </a:prstGeom>
          <a:noFill/>
        </p:spPr>
        <p:txBody>
          <a:bodyPr wrap="square">
            <a:spAutoFit/>
          </a:bodyPr>
          <a:lstStyle/>
          <a:p>
            <a:r>
              <a:rPr lang="en-IN" sz="3600" b="1" dirty="0">
                <a:latin typeface="Arial" panose="020B0604020202020204" pitchFamily="34" charset="0"/>
                <a:cs typeface="Arial" panose="020B0604020202020204" pitchFamily="34" charset="0"/>
              </a:rPr>
              <a:t>FUTURE SCOPE</a:t>
            </a:r>
          </a:p>
          <a:p>
            <a:endParaRPr lang="en-IN" sz="3600" b="1"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1. Wearable Device Integration</a:t>
            </a:r>
          </a:p>
          <a:p>
            <a:r>
              <a:rPr lang="en-IN" sz="2000" dirty="0">
                <a:latin typeface="Arial" panose="020B0604020202020204" pitchFamily="34" charset="0"/>
                <a:cs typeface="Arial" panose="020B0604020202020204" pitchFamily="34" charset="0"/>
              </a:rPr>
              <a:t>Integrate smartwatches and fitness bands to collect real-time health data such as heart rate, calories burned, steps, and sleep patterns.</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2. Voice Assistant Support</a:t>
            </a:r>
          </a:p>
          <a:p>
            <a:r>
              <a:rPr lang="en-IN" sz="2000" dirty="0">
                <a:latin typeface="Arial" panose="020B0604020202020204" pitchFamily="34" charset="0"/>
                <a:cs typeface="Arial" panose="020B0604020202020204" pitchFamily="34" charset="0"/>
              </a:rPr>
              <a:t>Allow users to interact with the application using voice commands for a more natural experience.</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3. Multilingual Support</a:t>
            </a:r>
          </a:p>
          <a:p>
            <a:r>
              <a:rPr lang="en-IN" sz="2000" dirty="0">
                <a:latin typeface="Arial" panose="020B0604020202020204" pitchFamily="34" charset="0"/>
                <a:cs typeface="Arial" panose="020B0604020202020204" pitchFamily="34" charset="0"/>
              </a:rPr>
              <a:t>Provide fitness guidance in multiple languages to improve accessibility.</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4. Advanced Health Analytics</a:t>
            </a:r>
          </a:p>
          <a:p>
            <a:r>
              <a:rPr lang="en-IN" sz="2000" dirty="0">
                <a:latin typeface="Arial" panose="020B0604020202020204" pitchFamily="34" charset="0"/>
                <a:cs typeface="Arial" panose="020B0604020202020204" pitchFamily="34" charset="0"/>
              </a:rPr>
              <a:t>Introduce dashboards with charts showing workout consistency, calorie intake, BMI trends, and overall health progress.</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5. Personalized Goal Tracking</a:t>
            </a:r>
          </a:p>
          <a:p>
            <a:r>
              <a:rPr lang="en-IN" sz="2000" dirty="0">
                <a:latin typeface="Arial" panose="020B0604020202020204" pitchFamily="34" charset="0"/>
                <a:cs typeface="Arial" panose="020B0604020202020204" pitchFamily="34" charset="0"/>
              </a:rPr>
              <a:t>Enable users to set fitness goals and monitor their daily, weekly, and monthly progress</a:t>
            </a:r>
            <a:r>
              <a:rPr lang="en-IN" sz="2000" dirty="0"/>
              <a:t>.</a:t>
            </a:r>
          </a:p>
        </p:txBody>
      </p:sp>
    </p:spTree>
    <p:extLst>
      <p:ext uri="{BB962C8B-B14F-4D97-AF65-F5344CB8AC3E}">
        <p14:creationId xmlns:p14="http://schemas.microsoft.com/office/powerpoint/2010/main" val="4156945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F154FA-363B-7559-65AE-1705A553EF19}"/>
              </a:ext>
            </a:extLst>
          </p:cNvPr>
          <p:cNvPicPr>
            <a:picLocks noChangeAspect="1"/>
          </p:cNvPicPr>
          <p:nvPr/>
        </p:nvPicPr>
        <p:blipFill>
          <a:blip r:embed="rId2"/>
          <a:stretch>
            <a:fillRect/>
          </a:stretch>
        </p:blipFill>
        <p:spPr>
          <a:xfrm>
            <a:off x="0" y="0"/>
            <a:ext cx="12306925" cy="6858000"/>
          </a:xfrm>
          <a:prstGeom prst="rect">
            <a:avLst/>
          </a:prstGeom>
        </p:spPr>
      </p:pic>
    </p:spTree>
    <p:extLst>
      <p:ext uri="{BB962C8B-B14F-4D97-AF65-F5344CB8AC3E}">
        <p14:creationId xmlns:p14="http://schemas.microsoft.com/office/powerpoint/2010/main" val="122625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44E015-4EEF-FAE1-8EBC-901C51AAB5B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68452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IBM  University Engagement</Template>
  <TotalTime>4</TotalTime>
  <Words>858</Words>
  <Application>Microsoft Office PowerPoint</Application>
  <PresentationFormat>Widescreen</PresentationFormat>
  <Paragraphs>139</Paragraphs>
  <Slides>14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ananya tiwari</dc:creator>
  <cp:lastModifiedBy>ananya tiwari</cp:lastModifiedBy>
  <cp:revision>1</cp:revision>
  <dcterms:created xsi:type="dcterms:W3CDTF">2026-07-11T09:07:38Z</dcterms:created>
  <dcterms:modified xsi:type="dcterms:W3CDTF">2026-07-11T17:14:25Z</dcterms:modified>
</cp:coreProperties>
</file>